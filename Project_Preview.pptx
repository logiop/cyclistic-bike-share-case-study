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DATA ANALYTICS CAPSTONE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Cyclistic Bike-Share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7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Annual Members and Casual Riders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Cyclistic Bikes Differently?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389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2019 &amp; Q1 2020 Data 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Deliverables Completed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73152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9144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statement of business task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23360" cy="9144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28016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of all data sources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4023360" cy="9144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37744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of data cleaning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4023360" cy="9144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37744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analysis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4023360" cy="9144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47472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Visualizations &amp; key findings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4023360" cy="9144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347472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Data Analyzed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73152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7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791,264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Rides Analyzed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926080"/>
            <a:ext cx="2011680" cy="1371600"/>
          </a:xfrm>
          <a:prstGeom prst="round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108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28600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2926080"/>
            <a:ext cx="2011680" cy="1371600"/>
          </a:xfrm>
          <a:prstGeom prst="roundRect">
            <a:avLst/>
          </a:prstGeom>
          <a:solidFill>
            <a:srgbClr val="FF7F0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3108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4632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Riders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Divvy Q1 2019 (365K rides) + Q1 2020 (427K rides)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73152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oundRect">
            <a:avLst/>
          </a:prstGeom>
          <a:solidFill>
            <a:srgbClr val="E8F4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riders ride 220% longer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36.5 min vs 11.4 min average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005840"/>
          </a:xfrm>
          <a:prstGeom prst="roundRect">
            <a:avLst/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603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463040" y="2560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peak on weekdays (Tue-Thu)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926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riders surge on weekends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005840"/>
          </a:xfrm>
          <a:prstGeom prst="roundRect">
            <a:avLst/>
          </a:prstGeom>
          <a:solidFill>
            <a:srgbClr val="E8F4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463040" y="3749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Members: 8AM &amp; 5PM commute peaks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114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 riders prefer 2-4PM leisure time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Top 3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73152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2926080"/>
          </a:xfrm>
          <a:prstGeom prst="roundRect">
            <a:avLst/>
          </a:prstGeom>
          <a:solidFill>
            <a:srgbClr val="1F4E79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463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5087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Membership Promos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casual riders with special weekend offers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743200" cy="2926080"/>
          </a:xfrm>
          <a:prstGeom prst="roundRect">
            <a:avLst/>
          </a:prstGeom>
          <a:solidFill>
            <a:srgbClr val="2E75B6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463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5087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20440" y="2377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Commuter Program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3108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businesses for employee benefits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743200" cy="2926080"/>
          </a:xfrm>
          <a:prstGeom prst="roundRect">
            <a:avLst/>
          </a:prstGeom>
          <a:solidFill>
            <a:srgbClr val="FF7F0E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3760" y="14630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5087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0" y="2377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Cost Calculator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108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tool showing personalized savings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Project Deliverables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886200" y="1234440"/>
            <a:ext cx="1371600" cy="73152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645920"/>
            <a:ext cx="6400800" cy="6400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Cyclistic_Case_Study_Report.docx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Complete analysis report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423160"/>
            <a:ext cx="6400800" cy="6400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514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Cyclistic_Executive_Presentation.pptx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8-slide executive deck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3200400"/>
            <a:ext cx="6400800" cy="6400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6 Data Visualizations (PNG)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Charts and graphs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977640"/>
            <a:ext cx="6400800" cy="6400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  Python Analysis Script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Reproducible code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4389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Case Study - Project Preview</dc:title>
  <dc:subject>PptxGenJS Presentation</dc:subject>
  <dc:creator>Giorgio Vernareci</dc:creator>
  <cp:lastModifiedBy>Giorgio Vernareci</cp:lastModifiedBy>
  <cp:revision>1</cp:revision>
  <dcterms:created xsi:type="dcterms:W3CDTF">2026-01-31T18:43:09Z</dcterms:created>
  <dcterms:modified xsi:type="dcterms:W3CDTF">2026-01-31T18:43:09Z</dcterms:modified>
</cp:coreProperties>
</file>